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调研关注低碳与中国式现代化的联系。低碳既关乎生态保护，也关系发展方式、技术创新和公众生活。我们希望通过场馆中的具体案例理解绿色发展要求，并探寻符合中国发展条件的实践路径。单次场馆参观提供的是观察窗口，不能据此概括全部实践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采用四个相互衔接的步骤：先查阅相关资料，明确课程概念；再进入展馆实地观察并记录；随后将展项与理论联系起来，开展总结思考；最后整理材料、核对来源，形成报告与展示。这里不将参观走访写成访谈或问卷调查，以保持方法表述与实际过程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低碳科技馆调研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85647"/>
                </a:solidFill>
                <a:latin typeface="Microsoft YaHei"/>
              </a:defRPr>
            </a:pPr>
            <a:r>
              <a:t>调研背景｜从低碳实践理解中国式现代化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168"/>
                </a:solidFill>
                <a:latin typeface="Microsoft YaHei"/>
              </a:defRPr>
            </a:pPr>
            <a:r>
              <a:t>01 / 02  ·  调研背景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时代要求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92024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B35"/>
                </a:solidFill>
                <a:latin typeface="Microsoft YaHei"/>
              </a:defRPr>
            </a:pPr>
            <a:r>
              <a:t>中国式现代化是人与自然和谐共生的现代化。低碳发展是推动发展方式绿色转型、协调经济发展与生态保护的重要方向。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4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现实意义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31546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B35"/>
                </a:solidFill>
                <a:latin typeface="Microsoft YaHei"/>
              </a:defRPr>
            </a:pPr>
            <a:r>
              <a:t>在能源、产业与城市生活转型中，低碳举措连接科技创新、资源效率与民生改善，为高质量发展提供支撑。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89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调研目的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438912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B35"/>
                </a:solidFill>
                <a:latin typeface="Microsoft YaHei"/>
              </a:defRPr>
            </a:pPr>
            <a:r>
              <a:t>以杭州低碳馆为观察窗口，从具体展项与低碳实践出发，探寻生态保护、科技创新与公众参与协同推进的中国式现代化路径。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核心问题：低碳举措如何体现中国式现代化的绿色发展要求？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低碳科技馆调研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85647"/>
                </a:solidFill>
                <a:latin typeface="Microsoft YaHei"/>
              </a:defRPr>
            </a:pPr>
            <a:r>
              <a:t>调研方法｜资料学习、实地观察与综合分析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168"/>
                </a:solidFill>
                <a:latin typeface="Microsoft YaHei"/>
              </a:defRPr>
            </a:pPr>
            <a:r>
              <a:t>02 / 02  ·  调研方法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01 查阅相关资料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学习中国式现代化、生态文明与“双碳”相关资料，明确调研主题和观察重点。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02 实地参观走访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78892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走访杭州低碳馆，观察展项、参与互动与观影，通过照片和现场记录留存素材。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03 总结分析思考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79476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结合课程理论梳理典型案例，分析低碳举措与绿色发展要求的联系，形成小组认识。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00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04 整理形成报告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80060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分类归档照片与文字，核对资料来源，提炼调研发现，形成调研报告和课堂展示。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85647"/>
                </a:solidFill>
                <a:latin typeface="Microsoft YaHei"/>
              </a:defRPr>
            </a:pPr>
            <a:r>
              <a:t>资料查阅 → 实地调研 → 总结思考 → 报告展示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