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中能够辨认出风车提水灌田、桑基鱼塘、天车开采和中国古代的低碳智慧等标题。展示时可以从“古人如何利用自然条件”切入，再以桑基鱼塘说明生产环节之间的联系。需要强调，这些展示启发我们思考资源利用方式，并不能仅凭模型证明某种工艺的净减排效果。天车开采的工艺与能源属性须看清原图后再说明。联系中国式现代化，重点在于把传统经验转化为经过科学评价、适合当代条件的绿色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可以沿着“我们看到了怎样的未来，又需要什么现实条件”展开。截图能确认新能源汽车主题图文和模型、互动装置的存在，但不能确认所有装置的技术内容。以新能源汽车为例，讨论不能停留在使用阶段是否排气，还应考虑电力来源、制造和回收。中国式现代化的绿色发展要求，需要技术创新与制度、基础设施协同推进，使公众能够方便地参与。展馆中的未来模型属于展示情境，不能当作已经普遍实现的社会现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巨幕影院这一页以真实观影记录为切入点。截图中有观众、影片标识和极地画面，因此可以说明调研包含观影环节；但影片的正式片名、叙事内容及数据仍需核实。看到冰面不能单独证明长期气候趋势，更不能把某个镜头直接解释成特定气候事件。展示时可以先谈小组的真实感受，再引用科学资料解释气候与生态的联系，最后回到中国式现代化中的生态文明建设和全球环境责任。没有记录的感受不要代替小组编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三楼调研 · 低碳科技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从古代智慧到绿色创新，技术如何服务现代化？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我国绿色转型既需要现代科技创新，也可从传统生产方式中汲取因地制宜、循环利用的经验。技术能否推广，还取决于效率、成本和适用条件。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调研过程｜截图线索与待核实项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截图可见：风车提水灌田、桑基鱼塘、天车开采及“中国古代的低碳智慧”等展示。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调研线索：结合模型与说明牌，比较自然动力利用和生产环节之间的联系。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补充记录：核对“天车开采”的具体工艺；区分传统技术原理与当代低碳评价。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传统智慧可提供启发，但“古代”并不自动等于低碳，仍需比较资源与能源消耗。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现代化应推动适用技术创新，把循环利用经验与当代绿色生产体系结合起来。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配图建议：桑基鱼塘 + 风车模型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原图待上传；依据所提供截图选题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传承生态智慧，用现代科技检验与拓展绿色路径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01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三楼调研 · 低碳生活和低碳未来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绿色未来，如何从展馆设想走向日常生活？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我国正推进能源、产业与交通等领域绿色转型。新能源汽车等应用不断发展，绿色生活的普及还需要清洁能源、基础设施和公共服务协同支持。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调研过程｜截图线索与待核实项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截图可见：“新能源汽车”图文、未来城市模型及多种互动装置。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调研线索：对照模型、图文与互动体验，区分现有应用、发展方向和未来设想。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补充记录：核实装置名称与规则，记录参与方式；不从外形推断具体技术效果。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新能源汽车应从制造、能源来源、使用和回收等全生命周期讨论环境影响。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低碳生活不只取决于个人选择，还依赖绿色出行、回收体系等可获得的服务。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配图建议：新能源汽车 + 城市模型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原图待上传；装置名称待核实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让绿色选择更便利，让未来设想接受现实检验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02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57168"/>
                </a:solidFill>
                <a:latin typeface="Microsoft YaHei"/>
              </a:defRPr>
            </a:pPr>
            <a:r>
              <a:t>三楼调研 · 巨幕影院                                      中国式现代化 × 绿色发展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85647"/>
                </a:solidFill>
                <a:latin typeface="Microsoft YaHei"/>
              </a:defRPr>
            </a:pPr>
            <a:r>
              <a:t>从极地影像出发，理解人与自然命运相连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7635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85647"/>
                </a:solidFill>
                <a:latin typeface="Microsoft YaHei"/>
              </a:defRPr>
            </a:pPr>
            <a:r>
              <a:t>中国发展背景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65376"/>
            <a:ext cx="7452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13B35"/>
                </a:solidFill>
                <a:latin typeface="Microsoft YaHei"/>
              </a:defRPr>
            </a:pPr>
            <a:r>
              <a:t>气候变化与生态保护具有全球关联。我国推进生态文明建设，并参与全球气候治理；人与自然和谐共生的现代化，也要求关注发展对生态系统的长期影响。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调研过程｜截图线索与待核实项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356616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截图可见：集体观影照片、“BBC Earth 北极·冰冻星球”字样及极地景观画面。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调研线索：记录从展项参观转入影像观看的过程，整理片中自然环境与人类活动线索。</a:t>
            </a:r>
          </a:p>
          <a:p>
            <a:pPr>
              <a:spcAft>
                <a:spcPts val="900"/>
              </a:spcAft>
              <a:defRPr sz="1500" b="0">
                <a:solidFill>
                  <a:srgbClr val="213B35"/>
                </a:solidFill>
                <a:latin typeface="Microsoft YaHei"/>
              </a:defRPr>
            </a:pPr>
            <a:r>
              <a:t>补充记录：核实影片正式名称、具体情节与科学解释，不能仅凭冰面画面判定变化趋势。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85647"/>
                </a:solidFill>
                <a:latin typeface="Microsoft YaHei"/>
              </a:defRPr>
            </a:pPr>
            <a:r>
              <a:t>相关思考｜从展项走向现实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64992"/>
            <a:ext cx="36118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沉浸影像能够引发关注，但情绪感受应与科学证据、机制分析相连接。</a:t>
            </a:r>
          </a:p>
          <a:p>
            <a:pPr>
              <a:spcAft>
                <a:spcPts val="900"/>
              </a:spcAft>
              <a:defRPr sz="1600" b="0">
                <a:solidFill>
                  <a:srgbClr val="213B35"/>
                </a:solidFill>
                <a:latin typeface="Microsoft YaHei"/>
              </a:defRPr>
            </a:pPr>
            <a:r>
              <a:t>由极地生态联系节能减排与生物多样性保护，思考本地行动和全球责任的关系。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691640"/>
            <a:ext cx="3291840" cy="4069080"/>
          </a:xfrm>
          <a:prstGeom prst="rect">
            <a:avLst/>
          </a:prstGeom>
          <a:solidFill>
            <a:srgbClr val="E0E9E1"/>
          </a:solidFill>
          <a:ln>
            <a:solidFill>
              <a:srgbClr val="A7B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78892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配图建议：观影现场 + 影片标识</a:t>
            </a:r>
          </a:p>
          <a:p>
            <a:pPr>
              <a:spcAft>
                <a:spcPts val="900"/>
              </a:spcAft>
              <a:defRPr sz="1800" b="0">
                <a:solidFill>
                  <a:srgbClr val="557168"/>
                </a:solidFill>
                <a:latin typeface="Microsoft YaHei"/>
              </a:defRPr>
            </a:pPr>
            <a:r>
              <a:t>公开展示前确认人物与影像使用权限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5647"/>
                </a:solidFill>
                <a:latin typeface="Microsoft YaHei"/>
              </a:defRPr>
            </a:pPr>
            <a:r>
              <a:t>把观影触动转化为科学理解与持续的绿色行动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57168"/>
                </a:solidFill>
                <a:latin typeface="Microsoft YaHei"/>
              </a:defRPr>
            </a:pPr>
            <a:r>
              <a:t>03 / 03  ·  依据：二十大报告；碳达峰碳中和相关政策；IPCC AR6（详见配套文稿）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