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总结本次参观能够支撑的认识成果，而不是宣称完成了减排效果测量。截图展示了传统技术、生活场景和观影环节，使我们能够把生态智慧、技术创新与公众生活联系起来。桑基鱼塘、风车和新能源汽车展示提供了思考入口，但展项本身不能证明某项技术的实际净减排量。小组的成果主要是形成了分析框架、明确了问题意识和行动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调研观察联系到中国式现代化的实践。能够直接观察的成果，是低碳知识通过公共科普设施、模型和影像向公众开放；新能源汽车等展示则提供了认识绿色产业转型的窗口。由此可以分析创新、生态与公众参与如何共同支持绿色发展，但不能仅凭参观认定公众行为已经改变，或证明全国减排成效。这些特征共同帮助理解我国立足国情推进现代化的路径，不意味着它们是其他国家完全不具备的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57168"/>
                </a:solidFill>
                <a:latin typeface="Microsoft YaHei"/>
              </a:defRPr>
            </a:pPr>
            <a:r>
              <a:t>低碳科技馆调研                                      中国式现代化 × 绿色发展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85647"/>
                </a:solidFill>
                <a:latin typeface="Microsoft YaHei"/>
              </a:defRPr>
            </a:pPr>
            <a:r>
              <a:t>调研总结｜从展馆观察走向绿色发展认识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4708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85647"/>
                </a:solidFill>
                <a:latin typeface="Microsoft YaHei"/>
              </a:defRPr>
            </a:pPr>
            <a:r>
              <a:t>形成系统认识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847088"/>
            <a:ext cx="8321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13B35"/>
                </a:solidFill>
                <a:latin typeface="Microsoft YaHei"/>
              </a:defRPr>
            </a:pPr>
            <a:r>
              <a:t>从低碳科技、生活场景与极地影像中认识到：绿色发展连接生产、生活与生态保护，需要技术、治理和公众参与协同推进。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1752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85647"/>
                </a:solidFill>
                <a:latin typeface="Microsoft YaHei"/>
              </a:defRPr>
            </a:pPr>
            <a:r>
              <a:t>理解传统与创新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017520"/>
            <a:ext cx="8321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13B35"/>
                </a:solidFill>
                <a:latin typeface="Microsoft YaHei"/>
              </a:defRPr>
            </a:pPr>
            <a:r>
              <a:t>桑基鱼塘、风车等展示启发我们理解循环利用与因地制宜的智慧；绿色转型既需传承经验，也需现代科技与科学评价。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87952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85647"/>
                </a:solidFill>
                <a:latin typeface="Microsoft YaHei"/>
              </a:defRPr>
            </a:pPr>
            <a:r>
              <a:t>明确行动方向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187952"/>
            <a:ext cx="8321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13B35"/>
                </a:solidFill>
                <a:latin typeface="Microsoft YaHei"/>
              </a:defRPr>
            </a:pPr>
            <a:r>
              <a:t>新能源汽车等展示将绿色发展联系到日常选择。低碳行动应兼顾能源来源、使用与回收，并由便利的公共服务提供支持。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632704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核心结论：低碳不是孤立的技术议题，而是发展方式的系统转型。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57168"/>
                </a:solidFill>
                <a:latin typeface="Microsoft YaHei"/>
              </a:defRPr>
            </a:pPr>
            <a:r>
              <a:t>01 / 02  ·  依据已提供截图归纳；技术效益与具体数据仍需原始资料支持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57168"/>
                </a:solidFill>
                <a:latin typeface="Microsoft YaHei"/>
              </a:defRPr>
            </a:pPr>
            <a:r>
              <a:t>低碳科技馆调研                                      中国式现代化 × 绿色发展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85647"/>
                </a:solidFill>
                <a:latin typeface="Microsoft YaHei"/>
              </a:defRPr>
            </a:pPr>
            <a:r>
              <a:t>实践启示｜在绿色转型中认识中国式现代化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4708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85647"/>
                </a:solidFill>
                <a:latin typeface="Microsoft YaHei"/>
              </a:defRPr>
            </a:pPr>
            <a:r>
              <a:t>创新驱动转型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847088"/>
            <a:ext cx="8321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13B35"/>
                </a:solidFill>
                <a:latin typeface="Microsoft YaHei"/>
              </a:defRPr>
            </a:pPr>
            <a:r>
              <a:t>新能源汽车主题展示，折射我国绿色交通与产业转型的实践方向：以科技创新支持发展方式转变，兼顾发展需要与生态要求。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1752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85647"/>
                </a:solidFill>
                <a:latin typeface="Microsoft YaHei"/>
              </a:defRPr>
            </a:pPr>
            <a:r>
              <a:t>生态融入发展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017520"/>
            <a:ext cx="8321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13B35"/>
                </a:solidFill>
                <a:latin typeface="Microsoft YaHei"/>
              </a:defRPr>
            </a:pPr>
            <a:r>
              <a:t>传统低碳智慧与生态主题展示，帮助理解资源循环和生态保护的价值：现代化的质量既体现在生产力发展，也体现在人与自然的关系。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87952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85647"/>
                </a:solidFill>
                <a:latin typeface="Microsoft YaHei"/>
              </a:defRPr>
            </a:pPr>
            <a:r>
              <a:t>科普连接公众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187952"/>
            <a:ext cx="8321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13B35"/>
                </a:solidFill>
                <a:latin typeface="Microsoft YaHei"/>
              </a:defRPr>
            </a:pPr>
            <a:r>
              <a:t>科技馆通过模型、互动与巨幕影像开展公共科普，是绿色理念进入公共文化服务的具体实践，为公众理解和参与绿色转型创造条件。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632704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路径认识：立足国情，以创新推动转型，以生态约束发展，以共同行动落实绿色理念。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57168"/>
                </a:solidFill>
                <a:latin typeface="Microsoft YaHei"/>
              </a:defRPr>
            </a:pPr>
            <a:r>
              <a:t>02 / 02  ·  课程分析：场馆观察提供案例，不能替代全国成效评估；理论依据见配套文稿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